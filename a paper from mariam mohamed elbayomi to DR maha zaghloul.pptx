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8006180-009E-4C8E-94DD-0DE241EA5B4C}">
          <p14:sldIdLst>
            <p14:sldId id="256"/>
          </p14:sldIdLst>
        </p14:section>
        <p14:section name="Untitled Section" id="{1719E19C-78C5-4C6E-BA0B-48BD6A7A05E2}">
          <p14:sldIdLst>
            <p14:sldId id="257"/>
            <p14:sldId id="258"/>
          </p14:sldIdLst>
        </p14:section>
        <p14:section name="Untitled Section" id="{B3EB64F4-8153-4E52-98E9-59869D0DAE31}">
          <p14:sldIdLst>
            <p14:sldId id="259"/>
            <p14:sldId id="260"/>
            <p14:sldId id="261"/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63879-C9DB-AC24-9BF5-DE9AE728A8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ar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1BC37C-5A8F-0F8E-EFE8-14D8837A86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B7200-16C4-741B-38E2-F43700B87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D80FE-39BA-4E6B-93AD-C7EBB7C6FE9E}" type="datetimeFigureOut">
              <a:rPr lang="ar-EG" smtClean="0"/>
              <a:t>05/05/1448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9FE72-883D-1B10-8857-F4C50652C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4785B-7949-9CDF-F875-83A689B53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39068-B4E5-4FEA-84DA-6967AC758F5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553088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0B099-2180-3CE8-5869-62C773358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6FFD0-FE12-14C8-08BC-A1484BBA0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C0B45-49EB-A0F1-4193-766CB14F6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D80FE-39BA-4E6B-93AD-C7EBB7C6FE9E}" type="datetimeFigureOut">
              <a:rPr lang="ar-EG" smtClean="0"/>
              <a:t>05/05/1448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44557-3214-EA4C-7AEA-BF6C74365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D1AE4-8CF9-0A25-61BF-EF466C9E5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39068-B4E5-4FEA-84DA-6967AC758F5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116320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F9392-9D47-CFC1-7271-F9DC7CFFD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65CCA-B95D-B0F0-1BAB-D24822D8B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EB342-9AE4-91D5-86CF-B3D97B8FC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D80FE-39BA-4E6B-93AD-C7EBB7C6FE9E}" type="datetimeFigureOut">
              <a:rPr lang="ar-EG" smtClean="0"/>
              <a:t>05/05/1448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D4A95-2411-AF8B-4652-236DC848F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2B9DE-C587-0FF1-33C3-784B5F97C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39068-B4E5-4FEA-84DA-6967AC758F5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127110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9E423-E6F5-76CA-728D-FD6ECA405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5108D-9D76-6663-A4BD-7A0DE859D6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1042A7-4280-64E5-4FCE-226AB32570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12D37-ED85-871E-6FEB-65F55A8E7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D80FE-39BA-4E6B-93AD-C7EBB7C6FE9E}" type="datetimeFigureOut">
              <a:rPr lang="ar-EG" smtClean="0"/>
              <a:t>05/05/1448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2678F5-D90D-B23B-52AF-43610982A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090AA-49B4-7116-7F7B-A076D2AA7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39068-B4E5-4FEA-84DA-6967AC758F5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620247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8D1D9-CE54-E851-9ABC-FAF8C680A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59339-0D7D-8A22-E043-EA336BB19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D689A6-7977-B6D3-BBF1-E5910AEEE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C284A-EE4B-EC9A-A548-58D83C6BEB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E0E121-D7CB-B237-36A9-D34C139C93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846D2E-44CB-0BF3-808E-3A5989893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D80FE-39BA-4E6B-93AD-C7EBB7C6FE9E}" type="datetimeFigureOut">
              <a:rPr lang="ar-EG" smtClean="0"/>
              <a:t>05/05/1448</a:t>
            </a:fld>
            <a:endParaRPr lang="ar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37A441-DF5E-EBB4-6449-707D2146E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86225C-AC58-8E08-4884-E9C8F5BA5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39068-B4E5-4FEA-84DA-6967AC758F5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059545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3FDE5-2B9E-74D3-61E5-CDB05172A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ar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34B90B-A1E7-AE77-BBAD-352DD8E88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D80FE-39BA-4E6B-93AD-C7EBB7C6FE9E}" type="datetimeFigureOut">
              <a:rPr lang="ar-EG" smtClean="0"/>
              <a:t>05/05/1448</a:t>
            </a:fld>
            <a:endParaRPr lang="ar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572B96-8869-E4E2-0897-C5C463873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4210E5-53FC-F336-75AE-7CEF28741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39068-B4E5-4FEA-84DA-6967AC758F5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433747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2070A2-088F-92D7-97A7-DEC63795C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D80FE-39BA-4E6B-93AD-C7EBB7C6FE9E}" type="datetimeFigureOut">
              <a:rPr lang="ar-EG" smtClean="0"/>
              <a:t>05/05/1448</a:t>
            </a:fld>
            <a:endParaRPr lang="ar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A20612-9EBA-D749-3790-351808D5D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AE5A43-6629-04F1-2E04-2C61BA4FE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39068-B4E5-4FEA-84DA-6967AC758F5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682352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3B567-9E77-1743-08FB-7758AFC0E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36D9F-58F6-048A-5CC8-4E385C80F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E6EE3F-49AC-0AB6-DDF6-1411A5690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D28281-CA20-D665-0DAE-ABBB428E3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D80FE-39BA-4E6B-93AD-C7EBB7C6FE9E}" type="datetimeFigureOut">
              <a:rPr lang="ar-EG" smtClean="0"/>
              <a:t>05/05/1448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7D81D-DA50-39D5-9F43-799739AF7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64E3CD-F8E9-D7D4-A8EC-6643C40E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39068-B4E5-4FEA-84DA-6967AC758F5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070996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CCC3B-841C-B963-070E-F49BBA03E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ar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CF44F6-2220-D645-77EE-0A3598A901C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573688-1870-97F8-7920-CA78AFF6D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D7C86-9880-E840-8C7D-E7CA94CDD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D80FE-39BA-4E6B-93AD-C7EBB7C6FE9E}" type="datetimeFigureOut">
              <a:rPr lang="ar-EG" smtClean="0"/>
              <a:t>05/05/1448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8DDFE-D8DD-3B33-11AF-2C6C4D8BF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32D93D-2718-3800-BC85-3744134AE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39068-B4E5-4FEA-84DA-6967AC758F5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054555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9553D-0FAD-3753-CC17-A146A4D65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301FB5-28BB-9A44-B200-D890AFC99C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A0D27-F33E-FA80-1C99-62EE5E45B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D80FE-39BA-4E6B-93AD-C7EBB7C6FE9E}" type="datetimeFigureOut">
              <a:rPr lang="ar-EG" smtClean="0"/>
              <a:t>05/05/1448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40DA7-A003-2749-65B3-D3AA29A8A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81978-DA66-B443-60EC-E99E809BB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39068-B4E5-4FEA-84DA-6967AC758F5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76249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0B9413-DCB4-05F6-67F8-BC6E4B97E7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678784-220E-BFEC-387E-ED7FC96CD3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F6415E-D68D-C7D1-8D1B-A72D0E3DA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D80FE-39BA-4E6B-93AD-C7EBB7C6FE9E}" type="datetimeFigureOut">
              <a:rPr lang="ar-EG" smtClean="0"/>
              <a:t>05/05/1448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568BC-5677-DCA4-8C58-C2D324346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58CA5-727C-E24E-332E-5C15A619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39068-B4E5-4FEA-84DA-6967AC758F5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032611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AF526-686F-86A1-F1B0-58EB65D1A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3382F-29B7-B122-B163-1A3FE4A42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86F6A-6CDA-0BF6-DF93-F77B0EE67A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D80FE-39BA-4E6B-93AD-C7EBB7C6FE9E}" type="datetimeFigureOut">
              <a:rPr lang="ar-EG" smtClean="0"/>
              <a:t>05/05/1448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B3773-B580-2789-2351-8D695932F7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D7A72-C79A-5728-A41B-ECEE102B60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239068-B4E5-4FEA-84DA-6967AC758F5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972779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05729-1F00-94DD-F2AA-D97349D7F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ar-EG" dirty="0"/>
              <a:t>عنوان البحث :</a:t>
            </a:r>
            <a:br>
              <a:rPr lang="ar-EG" dirty="0"/>
            </a:br>
            <a:r>
              <a:rPr lang="ar-EG" dirty="0"/>
              <a:t>التجاره الالكترونيه </a:t>
            </a:r>
            <a:br>
              <a:rPr lang="ar-EG" dirty="0"/>
            </a:br>
            <a:br>
              <a:rPr lang="ar-EG" dirty="0"/>
            </a:br>
            <a:endParaRPr lang="ar-E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420B78-1042-4ADD-699F-F30A063ABA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ar-EG" dirty="0"/>
              <a:t>الاسم : مرم محمد البيومي محمد</a:t>
            </a:r>
            <a:br>
              <a:rPr lang="ar-EG" dirty="0"/>
            </a:br>
            <a:br>
              <a:rPr lang="ar-EG" dirty="0"/>
            </a:br>
            <a:br>
              <a:rPr lang="ar-EG" dirty="0"/>
            </a:br>
            <a:r>
              <a:rPr lang="ar-EG" dirty="0"/>
              <a:t>السكشن : 140</a:t>
            </a:r>
          </a:p>
        </p:txBody>
      </p:sp>
    </p:spTree>
    <p:extLst>
      <p:ext uri="{BB962C8B-B14F-4D97-AF65-F5344CB8AC3E}">
        <p14:creationId xmlns:p14="http://schemas.microsoft.com/office/powerpoint/2010/main" val="167650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3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91D98B1-7D0D-8B08-E8B5-505CF2EB92D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55631" y="1441938"/>
            <a:ext cx="7080738" cy="3974124"/>
          </a:xfr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ar-EG" sz="54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اولا : المقدمه</a:t>
            </a:r>
            <a:endParaRPr lang="en-US" sz="54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2766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14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16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B9F7866-3410-EC34-333F-8A3AB979C2A4}"/>
              </a:ext>
            </a:extLst>
          </p:cNvPr>
          <p:cNvSpPr txBox="1"/>
          <p:nvPr/>
        </p:nvSpPr>
        <p:spPr>
          <a:xfrm>
            <a:off x="1179226" y="729205"/>
            <a:ext cx="9833548" cy="538222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tx2"/>
                </a:solidFill>
              </a:rPr>
              <a:t>ان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التجاريه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الالكترونيه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من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اهم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المنافع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التي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يستفاد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بها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المجتمع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لانها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تحتوي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على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كل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ما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يتطلبه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br>
              <a:rPr lang="en-US" sz="2800" dirty="0">
                <a:solidFill>
                  <a:schemeClr val="tx2"/>
                </a:solidFill>
              </a:rPr>
            </a:br>
            <a:br>
              <a:rPr lang="en-US" sz="2800" dirty="0">
                <a:solidFill>
                  <a:schemeClr val="tx2"/>
                </a:solidFill>
              </a:rPr>
            </a:br>
            <a:r>
              <a:rPr lang="en-US" sz="2800" dirty="0" err="1">
                <a:solidFill>
                  <a:schemeClr val="tx2"/>
                </a:solidFill>
              </a:rPr>
              <a:t>مثل</a:t>
            </a:r>
            <a:br>
              <a:rPr lang="en-US" sz="2800" dirty="0">
                <a:solidFill>
                  <a:schemeClr val="tx2"/>
                </a:solidFill>
              </a:rPr>
            </a:br>
            <a:r>
              <a:rPr lang="en-US" sz="2800" dirty="0">
                <a:solidFill>
                  <a:schemeClr val="tx2"/>
                </a:solidFill>
              </a:rPr>
              <a:t> ( </a:t>
            </a:r>
            <a:r>
              <a:rPr lang="en-US" sz="2800" dirty="0" err="1">
                <a:solidFill>
                  <a:schemeClr val="tx2"/>
                </a:solidFill>
              </a:rPr>
              <a:t>الاكل</a:t>
            </a:r>
            <a:r>
              <a:rPr lang="en-US" sz="2800" dirty="0">
                <a:solidFill>
                  <a:schemeClr val="tx2"/>
                </a:solidFill>
              </a:rPr>
              <a:t> , </a:t>
            </a:r>
            <a:r>
              <a:rPr lang="en-US" sz="2800" dirty="0" err="1">
                <a:solidFill>
                  <a:schemeClr val="tx2"/>
                </a:solidFill>
              </a:rPr>
              <a:t>الملابس</a:t>
            </a:r>
            <a:r>
              <a:rPr lang="en-US" sz="2800" dirty="0">
                <a:solidFill>
                  <a:schemeClr val="tx2"/>
                </a:solidFill>
              </a:rPr>
              <a:t> ,</a:t>
            </a:r>
            <a:r>
              <a:rPr lang="en-US" sz="2800" dirty="0" err="1">
                <a:solidFill>
                  <a:schemeClr val="tx2"/>
                </a:solidFill>
              </a:rPr>
              <a:t>كتب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للقراءه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او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كتب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دراسيه</a:t>
            </a:r>
            <a:r>
              <a:rPr lang="en-US" sz="2800" dirty="0">
                <a:solidFill>
                  <a:schemeClr val="tx2"/>
                </a:solidFill>
              </a:rPr>
              <a:t> , </a:t>
            </a:r>
            <a:r>
              <a:rPr lang="en-US" sz="2800" dirty="0" err="1">
                <a:solidFill>
                  <a:schemeClr val="tx2"/>
                </a:solidFill>
              </a:rPr>
              <a:t>اجهزه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كهربيه</a:t>
            </a:r>
            <a:r>
              <a:rPr lang="en-US" sz="2800" dirty="0">
                <a:solidFill>
                  <a:schemeClr val="tx2"/>
                </a:solidFill>
              </a:rPr>
              <a:t> ,</a:t>
            </a:r>
            <a:r>
              <a:rPr lang="en-US" sz="2800" dirty="0" err="1">
                <a:solidFill>
                  <a:schemeClr val="tx2"/>
                </a:solidFill>
              </a:rPr>
              <a:t>الخ</a:t>
            </a:r>
            <a:r>
              <a:rPr lang="en-US" sz="2800" dirty="0">
                <a:solidFill>
                  <a:schemeClr val="tx2"/>
                </a:solidFill>
              </a:rPr>
              <a:t>)</a:t>
            </a:r>
            <a:br>
              <a:rPr lang="en-US" sz="2800" dirty="0">
                <a:solidFill>
                  <a:schemeClr val="tx2"/>
                </a:solidFill>
              </a:rPr>
            </a:br>
            <a:br>
              <a:rPr lang="en-US" sz="2800" dirty="0">
                <a:solidFill>
                  <a:schemeClr val="tx2"/>
                </a:solidFill>
              </a:rPr>
            </a:br>
            <a:r>
              <a:rPr lang="en-US" sz="2800" dirty="0" err="1">
                <a:solidFill>
                  <a:schemeClr val="tx2"/>
                </a:solidFill>
              </a:rPr>
              <a:t>وغير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انها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ليها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منفعه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كبيره</a:t>
            </a:r>
            <a:r>
              <a:rPr lang="en-US" sz="2800" dirty="0">
                <a:solidFill>
                  <a:schemeClr val="tx2"/>
                </a:solidFill>
              </a:rPr>
              <a:t> ف </a:t>
            </a:r>
            <a:r>
              <a:rPr lang="en-US" sz="2800" dirty="0" err="1">
                <a:solidFill>
                  <a:schemeClr val="tx2"/>
                </a:solidFill>
              </a:rPr>
              <a:t>توفير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احتياجات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الشعب</a:t>
            </a:r>
            <a:br>
              <a:rPr lang="en-US" sz="2800" dirty="0">
                <a:solidFill>
                  <a:schemeClr val="tx2"/>
                </a:solidFill>
              </a:rPr>
            </a:b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فا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هيا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ايضا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توفر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مجهود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كبير</a:t>
            </a:r>
            <a:br>
              <a:rPr lang="en-US" sz="2800" dirty="0">
                <a:solidFill>
                  <a:schemeClr val="tx2"/>
                </a:solidFill>
              </a:rPr>
            </a:br>
            <a:r>
              <a:rPr lang="en-US" sz="2800" dirty="0">
                <a:solidFill>
                  <a:schemeClr val="tx2"/>
                </a:solidFill>
              </a:rPr>
              <a:t> </a:t>
            </a:r>
            <a:br>
              <a:rPr lang="en-US" sz="2800" dirty="0">
                <a:solidFill>
                  <a:schemeClr val="tx2"/>
                </a:solidFill>
              </a:rPr>
            </a:br>
            <a:r>
              <a:rPr lang="en-US" sz="2800" dirty="0" err="1">
                <a:solidFill>
                  <a:schemeClr val="tx2"/>
                </a:solidFill>
              </a:rPr>
              <a:t>مثلا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لو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انك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فكرت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في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شيء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ينقصك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تعثر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عليه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في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لحظات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من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التجار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الالكترونيين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يوفرون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ما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تحتاجه</a:t>
            </a:r>
            <a:endParaRPr lang="en-US" sz="2800" dirty="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-EG" sz="2800" dirty="0">
                <a:solidFill>
                  <a:schemeClr val="tx2"/>
                </a:solidFill>
              </a:rPr>
              <a:t>ويوجد ليها عوامل كتير بداية من التجار </a:t>
            </a:r>
            <a:br>
              <a:rPr lang="en-US" sz="2800" dirty="0">
                <a:solidFill>
                  <a:schemeClr val="tx2"/>
                </a:solidFill>
              </a:rPr>
            </a:br>
            <a:endParaRPr lang="en-US" sz="2800" dirty="0">
              <a:solidFill>
                <a:schemeClr val="tx2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93888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9B9EF2-16DA-D6FA-8556-B62900A3D435}"/>
              </a:ext>
            </a:extLst>
          </p:cNvPr>
          <p:cNvSpPr txBox="1"/>
          <p:nvPr/>
        </p:nvSpPr>
        <p:spPr>
          <a:xfrm>
            <a:off x="1" y="0"/>
            <a:ext cx="12192000" cy="710963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ar-EG" sz="2400" dirty="0"/>
              <a:t>ثانيا : كيفيه فتح او التفكير في مشروع اتاجر فيه الكترونيا</a:t>
            </a:r>
            <a:br>
              <a:rPr lang="ar-EG" sz="2400" dirty="0"/>
            </a:br>
            <a:r>
              <a:rPr lang="ar-EG" sz="2400" dirty="0"/>
              <a:t>دراسة السوق جيدا مما ينقصه من احتياج </a:t>
            </a:r>
            <a:br>
              <a:rPr lang="ar-EG" sz="2400" dirty="0"/>
            </a:br>
            <a:r>
              <a:rPr lang="ar-EG" sz="2400" dirty="0"/>
              <a:t>مثلا </a:t>
            </a:r>
            <a:br>
              <a:rPr lang="ar-EG" sz="2400" dirty="0"/>
            </a:br>
            <a:r>
              <a:rPr lang="ar-EG" sz="2400" dirty="0"/>
              <a:t>ندرس شعبه الطلاب </a:t>
            </a:r>
            <a:br>
              <a:rPr lang="ar-EG" sz="2400" dirty="0"/>
            </a:br>
            <a:r>
              <a:rPr lang="ar-EG" sz="2400" dirty="0"/>
              <a:t>في ماذا نساعدهم للحصول على احتياجتهم الدراسيه </a:t>
            </a:r>
            <a:br>
              <a:rPr lang="ar-EG" sz="2400" dirty="0"/>
            </a:br>
            <a:r>
              <a:rPr lang="ar-EG" sz="2400" dirty="0"/>
              <a:t>وكيفية جعلهم ينجذبون للشراء من المتجر الالكتروني لدينا (تحديدا) لان بالتاكيد يوجد اكتر من مشروع بنفس المنتجات ولكن </a:t>
            </a:r>
            <a:br>
              <a:rPr lang="ar-EG" sz="2400" dirty="0"/>
            </a:br>
            <a:r>
              <a:rPr lang="ar-EG" sz="2400" dirty="0"/>
              <a:t>كيف نطور </a:t>
            </a:r>
            <a:br>
              <a:rPr lang="ar-EG" sz="2400" dirty="0"/>
            </a:br>
            <a:r>
              <a:rPr lang="ar-EG" sz="2400" dirty="0"/>
              <a:t>كيف نكون الافضل </a:t>
            </a:r>
            <a:br>
              <a:rPr lang="ar-EG" sz="2400" dirty="0"/>
            </a:br>
            <a:r>
              <a:rPr lang="ar-EG" sz="2400" dirty="0"/>
              <a:t>مثل التوسع ف البيع </a:t>
            </a:r>
            <a:br>
              <a:rPr lang="ar-EG" sz="2400" dirty="0"/>
            </a:br>
            <a:r>
              <a:rPr lang="ar-EG" sz="2400" dirty="0"/>
              <a:t>ان نبيع ف مناطق متوسعه اكثر وليست محدوده (مثلا)</a:t>
            </a:r>
            <a:br>
              <a:rPr lang="ar-EG" sz="2400" dirty="0"/>
            </a:br>
            <a:r>
              <a:rPr lang="ar-EG" sz="2400" dirty="0"/>
              <a:t>او توفير طرق دفع بطريقه مريحه وتدب ف قلوبهم الطمائنين من المتجر لدينا</a:t>
            </a:r>
            <a:br>
              <a:rPr lang="ar-EG" sz="2400" dirty="0"/>
            </a:br>
            <a:r>
              <a:rPr lang="ar-EG" sz="2400" dirty="0"/>
              <a:t>وهذه قاعدة ايي متجر لتجنب الخساره !</a:t>
            </a:r>
            <a:br>
              <a:rPr lang="ar-EG" sz="2400" dirty="0"/>
            </a:br>
            <a:br>
              <a:rPr lang="ar-EG" sz="2400" dirty="0"/>
            </a:br>
            <a:br>
              <a:rPr lang="ar-EG" sz="2400" dirty="0"/>
            </a:br>
            <a:r>
              <a:rPr lang="ar-EG" sz="2400" dirty="0"/>
              <a:t>ثالثا : بدايه المشروع</a:t>
            </a:r>
            <a:br>
              <a:rPr lang="ar-EG" sz="2400" dirty="0"/>
            </a:br>
            <a:r>
              <a:rPr lang="ar-EG" sz="2400" dirty="0"/>
              <a:t>بعد الوصول لفكرة المتجر الالكتروني ثم عمل دراسة جدوى ممتازه للمشروع </a:t>
            </a:r>
            <a:br>
              <a:rPr lang="ar-EG" sz="2400" dirty="0"/>
            </a:br>
            <a:r>
              <a:rPr lang="ar-EG" sz="2400" dirty="0"/>
              <a:t>يجب ان تكون بدايته الاعتماد الكلي على ( الدعايه )</a:t>
            </a:r>
            <a:br>
              <a:rPr lang="ar-EG" sz="2400" dirty="0"/>
            </a:br>
            <a:r>
              <a:rPr lang="ar-EG" sz="2400" dirty="0"/>
              <a:t>التفكير ايضا في طريقه مبتكره للدعايه وكيف ستكون الدعايه للمتجر الالكتروني لجذب المشتري !</a:t>
            </a:r>
            <a:br>
              <a:rPr lang="ar-EG" sz="2400" dirty="0"/>
            </a:br>
            <a:endParaRPr lang="ar-EG" sz="2400" dirty="0"/>
          </a:p>
        </p:txBody>
      </p:sp>
    </p:spTree>
    <p:extLst>
      <p:ext uri="{BB962C8B-B14F-4D97-AF65-F5344CB8AC3E}">
        <p14:creationId xmlns:p14="http://schemas.microsoft.com/office/powerpoint/2010/main" val="1074057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828A04-93F7-FABB-9BDE-F6718A34D598}"/>
              </a:ext>
            </a:extLst>
          </p:cNvPr>
          <p:cNvSpPr txBox="1"/>
          <p:nvPr/>
        </p:nvSpPr>
        <p:spPr>
          <a:xfrm>
            <a:off x="0" y="0"/>
            <a:ext cx="12192000" cy="747897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ar-EG" sz="2400" dirty="0"/>
              <a:t>رابعا : طرق الدعايه الممتازه للمتجر الالكتروني </a:t>
            </a:r>
            <a:br>
              <a:rPr lang="ar-EG" sz="2400" dirty="0"/>
            </a:br>
            <a:r>
              <a:rPr lang="en-US" sz="2400" dirty="0">
                <a:highlight>
                  <a:srgbClr val="000080"/>
                </a:highlight>
              </a:rPr>
              <a:t>1\</a:t>
            </a:r>
            <a:br>
              <a:rPr lang="en-US" sz="2400" dirty="0"/>
            </a:br>
            <a:r>
              <a:rPr lang="ar-EG" sz="2400" dirty="0"/>
              <a:t>عرض المنتجات بجوده مرتفعه لان هذا يظهر مميزات المنتج ببراعه ويجذب المشتري </a:t>
            </a:r>
            <a:br>
              <a:rPr lang="ar-EG" sz="2400" dirty="0"/>
            </a:br>
            <a:r>
              <a:rPr lang="en-US" sz="2400" dirty="0">
                <a:highlight>
                  <a:srgbClr val="000080"/>
                </a:highlight>
              </a:rPr>
              <a:t>2\</a:t>
            </a:r>
            <a:br>
              <a:rPr lang="en-US" sz="2400" dirty="0"/>
            </a:br>
            <a:r>
              <a:rPr lang="ar-EG" sz="2400" dirty="0"/>
              <a:t>الاكثار من الخصومات للمنتج وعرض له سعر مميز وليس عاليا او (رخيص)</a:t>
            </a:r>
            <a:br>
              <a:rPr lang="ar-EG" sz="2400" dirty="0"/>
            </a:br>
            <a:r>
              <a:rPr lang="en-US" sz="2400" dirty="0">
                <a:highlight>
                  <a:srgbClr val="000080"/>
                </a:highlight>
              </a:rPr>
              <a:t>3\</a:t>
            </a:r>
            <a:br>
              <a:rPr lang="en-US" sz="2400" dirty="0"/>
            </a:br>
            <a:r>
              <a:rPr lang="ar-EG" sz="2400" dirty="0"/>
              <a:t>توفير عاملين للمتجر مثل (خدمة العملاء ) </a:t>
            </a:r>
            <a:br>
              <a:rPr lang="ar-EG" sz="2400" dirty="0"/>
            </a:br>
            <a:r>
              <a:rPr lang="ar-EG" sz="2400" dirty="0"/>
              <a:t>وهيا مهمه جدا ان كانت تفيد العميل وتشرح له منتجات المتجر الالكتروني ببراعه وتفوق وباسلوب جيد </a:t>
            </a:r>
            <a:br>
              <a:rPr lang="ar-EG" sz="2400" dirty="0"/>
            </a:br>
            <a:br>
              <a:rPr lang="ar-EG" sz="2400" dirty="0">
                <a:highlight>
                  <a:srgbClr val="00FFFF"/>
                </a:highlight>
              </a:rPr>
            </a:br>
            <a:r>
              <a:rPr lang="ar-EG" sz="2400" dirty="0">
                <a:highlight>
                  <a:srgbClr val="00FFFF"/>
                </a:highlight>
              </a:rPr>
              <a:t>هذا اهم القواعد للدعايه بالنسبه للمشتري وكيف جذبه لدي المتجر وهذه طرق ديما يستعملها التجار ايي كان بماذا يتاجر </a:t>
            </a:r>
            <a:br>
              <a:rPr lang="ar-EG" sz="2400" dirty="0"/>
            </a:br>
            <a:endParaRPr lang="ar-EG" sz="2400" dirty="0">
              <a:highlight>
                <a:srgbClr val="FF00FF"/>
              </a:highlight>
            </a:endParaRPr>
          </a:p>
          <a:p>
            <a:r>
              <a:rPr lang="ar-EG" sz="2400" dirty="0">
                <a:highlight>
                  <a:srgbClr val="FF00FF"/>
                </a:highlight>
              </a:rPr>
              <a:t>اما بالنسبه لعرض المنتج من متجر لمتجر اخر !</a:t>
            </a:r>
            <a:br>
              <a:rPr lang="en-US" sz="2400" dirty="0">
                <a:highlight>
                  <a:srgbClr val="800080"/>
                </a:highlight>
              </a:rPr>
            </a:br>
            <a:r>
              <a:rPr lang="en-US" sz="2400" dirty="0">
                <a:highlight>
                  <a:srgbClr val="000080"/>
                </a:highlight>
              </a:rPr>
              <a:t>1\</a:t>
            </a:r>
            <a:br>
              <a:rPr lang="en-US" sz="2400" dirty="0">
                <a:highlight>
                  <a:srgbClr val="000080"/>
                </a:highlight>
              </a:rPr>
            </a:br>
            <a:r>
              <a:rPr lang="ar-EG" sz="2400" dirty="0"/>
              <a:t>بالاتفاق اولا </a:t>
            </a:r>
            <a:br>
              <a:rPr lang="ar-EG" sz="2400" dirty="0"/>
            </a:br>
            <a:r>
              <a:rPr lang="ar-EG" sz="2400" dirty="0"/>
              <a:t>مثل (تعاقد متجر ملابس مع ملابس اخراكثر نشاطا )</a:t>
            </a:r>
            <a:br>
              <a:rPr lang="ar-EG" sz="2400" dirty="0"/>
            </a:br>
            <a:r>
              <a:rPr lang="ar-EG" sz="2400" dirty="0"/>
              <a:t>لان هذا سيسهل البيع اكثر وتحسين من سمعة المتجر بجداره </a:t>
            </a:r>
            <a:br>
              <a:rPr lang="ar-EG" sz="2400" dirty="0"/>
            </a:br>
            <a:r>
              <a:rPr lang="ar-EG" sz="2400" dirty="0"/>
              <a:t>وزيادة الانتاج اكتر وزيادة البيع كلاما تعاقدنا اكتر واكتر مع متاجر اكثر نشاطا </a:t>
            </a:r>
            <a:br>
              <a:rPr lang="ar-EG" sz="2400" dirty="0"/>
            </a:br>
            <a:r>
              <a:rPr lang="en-US" sz="2400" dirty="0">
                <a:highlight>
                  <a:srgbClr val="000080"/>
                </a:highlight>
              </a:rPr>
              <a:t>2\</a:t>
            </a:r>
            <a:br>
              <a:rPr lang="en-US" sz="2400" dirty="0"/>
            </a:br>
            <a:r>
              <a:rPr lang="ar-EG" sz="2400" dirty="0"/>
              <a:t> ان تكون المنتجات في هذا المتجرعليها اقبال وتتوسع دائما وليست متوقفه عن التطور ولها تتطور دائما في المتجر الالكتروني </a:t>
            </a:r>
          </a:p>
        </p:txBody>
      </p:sp>
    </p:spTree>
    <p:extLst>
      <p:ext uri="{BB962C8B-B14F-4D97-AF65-F5344CB8AC3E}">
        <p14:creationId xmlns:p14="http://schemas.microsoft.com/office/powerpoint/2010/main" val="3663491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2ABCCF-DCE9-C4A4-A600-CDA7FCBC2651}"/>
              </a:ext>
            </a:extLst>
          </p:cNvPr>
          <p:cNvSpPr txBox="1"/>
          <p:nvPr/>
        </p:nvSpPr>
        <p:spPr>
          <a:xfrm>
            <a:off x="129250" y="58846"/>
            <a:ext cx="11933499" cy="674030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ar-EG" sz="2400" dirty="0"/>
              <a:t>خامسا :استقبال الطلبات</a:t>
            </a:r>
            <a:br>
              <a:rPr lang="ar-EG" sz="2400" dirty="0"/>
            </a:br>
            <a:br>
              <a:rPr lang="ar-EG" sz="2400" dirty="0"/>
            </a:br>
            <a:r>
              <a:rPr lang="ar-EG" sz="2400" dirty="0"/>
              <a:t>تستقبل الطلبات بطرق كثره مثل </a:t>
            </a:r>
            <a:br>
              <a:rPr lang="ar-EG" sz="2400" dirty="0"/>
            </a:br>
            <a:r>
              <a:rPr lang="ar-EG" sz="2400" dirty="0"/>
              <a:t>(واتساب , ويبسايت مخصص المتجر ,السوشيال ميديا عموما (مثل انستجرام والفيسبوك)</a:t>
            </a:r>
            <a:br>
              <a:rPr lang="ar-EG" sz="2400" dirty="0"/>
            </a:br>
            <a:r>
              <a:rPr lang="ar-EG" sz="2400" dirty="0"/>
              <a:t>ولكن الاساس </a:t>
            </a:r>
          </a:p>
          <a:p>
            <a:r>
              <a:rPr lang="ar-EG" sz="2400" dirty="0"/>
              <a:t>الفيسبوك !</a:t>
            </a:r>
            <a:br>
              <a:rPr lang="ar-EG" sz="2400" dirty="0"/>
            </a:br>
            <a:r>
              <a:rPr lang="ar-EG" sz="2400" dirty="0"/>
              <a:t>فهو الوسيله الوحيده والاكثر تفاعلا لعرض المنتجات عليها ومنها يتم الطلب سواء واتساب او من الويباسيت ايي كان </a:t>
            </a:r>
            <a:br>
              <a:rPr lang="ar-EG" sz="2400" dirty="0"/>
            </a:br>
            <a:r>
              <a:rPr lang="ar-EG" sz="2400" dirty="0"/>
              <a:t>(ف هذه طرق عديده ولكن كل متجر يحدد الطريقه المناسبه لاستقبال الطلبات )</a:t>
            </a:r>
            <a:br>
              <a:rPr lang="ar-EG" sz="2400" dirty="0"/>
            </a:br>
            <a:r>
              <a:rPr lang="ar-EG" sz="2400" dirty="0"/>
              <a:t>  مثلا الويبسايت فهو اكثر طريقه مريحه للطلب بالنسبه لصاحب المتجر بلص المشتري </a:t>
            </a:r>
            <a:br>
              <a:rPr lang="ar-EG" sz="2400" dirty="0"/>
            </a:br>
            <a:r>
              <a:rPr lang="ar-EG" sz="2400" dirty="0"/>
              <a:t>لان الويبسايت يكون سهل ويحتوي على كل تسائللات المشتري مثل </a:t>
            </a:r>
            <a:br>
              <a:rPr lang="ar-EG" sz="2400" dirty="0"/>
            </a:br>
            <a:r>
              <a:rPr lang="ar-EG" sz="2400" dirty="0"/>
              <a:t>(سعر المنتج , مكان انتاج المنتج , صوره بجوده عاليه للمنتج ,خصومات جيده على المنتج )</a:t>
            </a:r>
            <a:br>
              <a:rPr lang="ar-EG" sz="2400" dirty="0"/>
            </a:br>
            <a:r>
              <a:rPr lang="ar-EG" sz="2400" dirty="0"/>
              <a:t>وسهل لصحاب المتجر لان لايمكن تاكيد الشراء الا بعد اتمام الدفع كاملا !!!!!</a:t>
            </a:r>
            <a:br>
              <a:rPr lang="ar-EG" sz="2400" dirty="0"/>
            </a:br>
            <a:r>
              <a:rPr lang="ar-EG" sz="2400" dirty="0"/>
              <a:t>اما بالنسبهلباقي وسائل التواصل الاجتماعيه ومنها الفيسبوك والواتساب والانستجرام فا يكون هناك من يتجاوب مع المشتري واستلام منه طلب الشراء ويوفر له رغباته واهم شيء ارضاء العميل </a:t>
            </a:r>
            <a:br>
              <a:rPr lang="ar-EG" sz="2400" dirty="0"/>
            </a:br>
            <a:r>
              <a:rPr lang="ar-EG" sz="2400" dirty="0"/>
              <a:t>وبعد استلام الطلب </a:t>
            </a:r>
            <a:br>
              <a:rPr lang="ar-EG" sz="2400" dirty="0"/>
            </a:br>
            <a:r>
              <a:rPr lang="ar-EG" sz="2400" dirty="0"/>
              <a:t>يبدا يبحث عن توصيل وشركات شحن جيده لتوصيل المنتج سليم الي المشتري </a:t>
            </a:r>
            <a:br>
              <a:rPr lang="ar-EG" sz="2400" dirty="0"/>
            </a:br>
            <a:r>
              <a:rPr lang="ar-EG" sz="2400" dirty="0"/>
              <a:t>وتكون شركة الشحن اكثر امانا واستقرارا وصدقا لان هذااا ما يوتقف عليه  سمعة المتجر ايضا </a:t>
            </a:r>
            <a:br>
              <a:rPr lang="ar-EG" sz="2400" dirty="0"/>
            </a:br>
            <a:r>
              <a:rPr lang="ar-EG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83257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DA520F-5FBA-C85F-A94E-7BB41B38827B}"/>
              </a:ext>
            </a:extLst>
          </p:cNvPr>
          <p:cNvSpPr txBox="1"/>
          <p:nvPr/>
        </p:nvSpPr>
        <p:spPr>
          <a:xfrm>
            <a:off x="4757195" y="2476982"/>
            <a:ext cx="2384385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EG" sz="7200" dirty="0"/>
              <a:t>وشكرا</a:t>
            </a:r>
          </a:p>
        </p:txBody>
      </p:sp>
    </p:spTree>
    <p:extLst>
      <p:ext uri="{BB962C8B-B14F-4D97-AF65-F5344CB8AC3E}">
        <p14:creationId xmlns:p14="http://schemas.microsoft.com/office/powerpoint/2010/main" val="2754983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608</Words>
  <Application>Microsoft Office PowerPoint</Application>
  <PresentationFormat>Widescreen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عنوان البحث : التجاره الالكترونيه   </vt:lpstr>
      <vt:lpstr>اولا : المقدمه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</cp:revision>
  <dcterms:created xsi:type="dcterms:W3CDTF">2026-10-16T17:26:40Z</dcterms:created>
  <dcterms:modified xsi:type="dcterms:W3CDTF">2026-10-16T19:17:37Z</dcterms:modified>
</cp:coreProperties>
</file>